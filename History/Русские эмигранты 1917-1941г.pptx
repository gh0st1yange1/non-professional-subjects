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рослав Шалабодов" userId="10fdd12d9e69d3d3" providerId="LiveId" clId="{39442036-EEA4-43B3-B5CA-62EBB65F9E97}"/>
    <pc:docChg chg="modSld sldOrd">
      <pc:chgData name="Ярослав Шалабодов" userId="10fdd12d9e69d3d3" providerId="LiveId" clId="{39442036-EEA4-43B3-B5CA-62EBB65F9E97}" dt="2025-11-17T13:33:58.941" v="1"/>
      <pc:docMkLst>
        <pc:docMk/>
      </pc:docMkLst>
      <pc:sldChg chg="ord">
        <pc:chgData name="Ярослав Шалабодов" userId="10fdd12d9e69d3d3" providerId="LiveId" clId="{39442036-EEA4-43B3-B5CA-62EBB65F9E97}" dt="2025-11-17T13:33:58.941" v="1"/>
        <pc:sldMkLst>
          <pc:docMk/>
          <pc:sldMk cId="1588510340" sldId="265"/>
        </pc:sldMkLst>
      </pc:sldChg>
      <pc:sldChg chg="ord">
        <pc:chgData name="Ярослав Шалабодов" userId="10fdd12d9e69d3d3" providerId="LiveId" clId="{39442036-EEA4-43B3-B5CA-62EBB65F9E97}" dt="2025-11-17T13:33:58.941" v="1"/>
        <pc:sldMkLst>
          <pc:docMk/>
          <pc:sldMk cId="533999732" sldId="266"/>
        </pc:sldMkLst>
      </pc:sldChg>
      <pc:sldChg chg="ord">
        <pc:chgData name="Ярослав Шалабодов" userId="10fdd12d9e69d3d3" providerId="LiveId" clId="{39442036-EEA4-43B3-B5CA-62EBB65F9E97}" dt="2025-11-17T13:33:58.941" v="1"/>
        <pc:sldMkLst>
          <pc:docMk/>
          <pc:sldMk cId="229057403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356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26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29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33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12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0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92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4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80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760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6441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380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63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478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848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2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31F0D16-7848-4978-8A30-C1FD06F771A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9E18FCE-117D-419C-8145-CCF961C567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59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E76B2-2E12-B384-32BD-A0E67E434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394895">
            <a:off x="550606" y="1688843"/>
            <a:ext cx="9960078" cy="786428"/>
          </a:xfrm>
        </p:spPr>
        <p:txBody>
          <a:bodyPr>
            <a:normAutofit fontScale="90000"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Русские эмигранты 1917-1941г.г.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28ED44-1DD3-EE2B-E50A-7DE91690E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8661">
            <a:off x="3883742" y="3552878"/>
            <a:ext cx="7295535" cy="920801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/>
              <a:t>Подготовил студент первого курса Университета ИТМО</a:t>
            </a:r>
          </a:p>
          <a:p>
            <a:pPr algn="r"/>
            <a:r>
              <a:rPr lang="ru-RU" dirty="0"/>
              <a:t>Шалабодов Ярослав, группа Р3110</a:t>
            </a:r>
          </a:p>
        </p:txBody>
      </p:sp>
    </p:spTree>
    <p:extLst>
      <p:ext uri="{BB962C8B-B14F-4D97-AF65-F5344CB8AC3E}">
        <p14:creationId xmlns:p14="http://schemas.microsoft.com/office/powerpoint/2010/main" val="337849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0E3D7-20C8-3BF2-2014-88977004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933" y="153436"/>
            <a:ext cx="4126860" cy="1225637"/>
          </a:xfrm>
        </p:spPr>
        <p:txBody>
          <a:bodyPr/>
          <a:lstStyle/>
          <a:p>
            <a:r>
              <a:rPr lang="ru-RU" dirty="0"/>
              <a:t>Абрамов Фёдор Фёдорович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5B2D64-356C-B53E-CED6-131D08294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494" y="1686498"/>
            <a:ext cx="6493738" cy="33691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Генерал-лейтенант, Сын генерал-майора </a:t>
            </a:r>
            <a:r>
              <a:rPr lang="ru-RU" dirty="0" err="1"/>
              <a:t>ф.ф</a:t>
            </a:r>
            <a:r>
              <a:rPr lang="ru-RU" dirty="0"/>
              <a:t>. Абрамова. </a:t>
            </a:r>
            <a:br>
              <a:rPr lang="ru-RU" dirty="0"/>
            </a:br>
            <a:r>
              <a:rPr lang="ru-RU" dirty="0"/>
              <a:t>Окончил  военные училища: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Петровский Полтавский кадетский корпус в 1888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3-е военное Александровское училище в 1890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Николаевское инженерное училище в 1891.</a:t>
            </a:r>
          </a:p>
          <a:p>
            <a:pPr algn="l"/>
            <a:r>
              <a:rPr lang="ru-RU" dirty="0"/>
              <a:t>Участник Русско-японской войны (1904-1905), первой мировой войны (1914-1918), гражданской войны (1917-1922), второй мировой войны (1939-1945).</a:t>
            </a:r>
          </a:p>
          <a:p>
            <a:pPr algn="l"/>
            <a:r>
              <a:rPr lang="ru-RU" dirty="0"/>
              <a:t>Генерал белой и русской освободительной армии.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DD0D893-353B-96FC-2EBD-008B37A2598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634" y="304800"/>
            <a:ext cx="3109203" cy="47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72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7AB960DE-9BD6-A6FC-C68F-FF8E29E19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5316" y="2096233"/>
            <a:ext cx="4566618" cy="26655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Ключевой причиной эмиграции стало участие в белом движении. </a:t>
            </a:r>
          </a:p>
          <a:p>
            <a:pPr algn="l"/>
            <a:r>
              <a:rPr lang="ru-RU" dirty="0"/>
              <a:t>Непримиримое отношение к советской власти.</a:t>
            </a:r>
          </a:p>
          <a:p>
            <a:pPr algn="l"/>
            <a:r>
              <a:rPr lang="ru-RU" dirty="0"/>
              <a:t>В ноябре 1920 После поражения «белых» в гражданской войне эвакуирован с оставшимися войсками из </a:t>
            </a:r>
            <a:r>
              <a:rPr lang="ru-RU" dirty="0" err="1"/>
              <a:t>крыма</a:t>
            </a:r>
            <a:r>
              <a:rPr lang="ru-RU" dirty="0"/>
              <a:t> в </a:t>
            </a:r>
            <a:r>
              <a:rPr lang="ru-RU" dirty="0" err="1"/>
              <a:t>турцию</a:t>
            </a:r>
            <a:r>
              <a:rPr lang="ru-RU" dirty="0"/>
              <a:t>, затем на греческий остров </a:t>
            </a:r>
            <a:r>
              <a:rPr lang="ru-RU" dirty="0" err="1"/>
              <a:t>лемнос</a:t>
            </a:r>
            <a:r>
              <a:rPr lang="ru-RU" dirty="0"/>
              <a:t>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A148F46-F670-1303-39AC-6B3A5F08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690" y="782893"/>
            <a:ext cx="3307869" cy="90702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Причины эмиграции</a:t>
            </a:r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3FF4B57D-7AF2-36F6-207F-66807F49E7E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630" y="782893"/>
            <a:ext cx="6034087" cy="406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92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F5021-B874-5117-31BB-658EC064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50" y="393291"/>
            <a:ext cx="3250835" cy="1042219"/>
          </a:xfrm>
        </p:spPr>
        <p:txBody>
          <a:bodyPr>
            <a:normAutofit fontScale="90000"/>
          </a:bodyPr>
          <a:lstStyle/>
          <a:p>
            <a:r>
              <a:rPr lang="ru-RU" dirty="0"/>
              <a:t>В каких странах проживал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D683C6-D8A4-365F-98F9-1454E9446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5296" y="1610634"/>
            <a:ext cx="4883467" cy="359977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Болгария: начальник всех частей и управлений русской армии в стране, при создании «РОВС» назначен председателем 3-го отдела.</a:t>
            </a:r>
          </a:p>
          <a:p>
            <a:pPr algn="l"/>
            <a:r>
              <a:rPr lang="ru-RU" dirty="0"/>
              <a:t>Югославия: назначен по совместительству помощником Главнокомандующего Русской армией.</a:t>
            </a:r>
          </a:p>
          <a:p>
            <a:pPr algn="l"/>
            <a:r>
              <a:rPr lang="ru-RU" dirty="0"/>
              <a:t>США: после завершения ВМВ жил в доме пенсионеров в городке </a:t>
            </a:r>
            <a:r>
              <a:rPr lang="ru-RU" dirty="0" err="1"/>
              <a:t>лейквуд</a:t>
            </a:r>
            <a:r>
              <a:rPr lang="ru-RU" dirty="0"/>
              <a:t> штата </a:t>
            </a:r>
            <a:r>
              <a:rPr lang="ru-RU" dirty="0" err="1"/>
              <a:t>нью-джерси</a:t>
            </a:r>
            <a:r>
              <a:rPr lang="ru-RU" dirty="0"/>
              <a:t>.</a:t>
            </a:r>
          </a:p>
          <a:p>
            <a:pPr algn="l"/>
            <a:r>
              <a:rPr lang="ru-RU" dirty="0"/>
              <a:t>был похоронен на Свято-Владимирском кладбище города </a:t>
            </a:r>
            <a:r>
              <a:rPr lang="ru-RU" dirty="0" err="1"/>
              <a:t>джексон</a:t>
            </a:r>
            <a:r>
              <a:rPr lang="ru-RU" dirty="0"/>
              <a:t>, </a:t>
            </a:r>
            <a:r>
              <a:rPr lang="ru-RU" dirty="0" err="1"/>
              <a:t>нью-джерси</a:t>
            </a:r>
            <a:r>
              <a:rPr lang="ru-RU" dirty="0"/>
              <a:t>, </a:t>
            </a:r>
            <a:r>
              <a:rPr lang="ru-RU" dirty="0" err="1"/>
              <a:t>сша</a:t>
            </a:r>
            <a:r>
              <a:rPr lang="ru-RU" dirty="0"/>
              <a:t>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AA9A8356-BE60-2288-19BA-B3D67EC2858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914400"/>
            <a:ext cx="6034087" cy="42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19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C3AD9-9D7C-3224-CC1C-487CD80A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422" y="480524"/>
            <a:ext cx="5313867" cy="1225637"/>
          </a:xfrm>
        </p:spPr>
        <p:txBody>
          <a:bodyPr/>
          <a:lstStyle/>
          <a:p>
            <a:r>
              <a:rPr lang="ru-RU" dirty="0"/>
              <a:t>Агапов-таганский максим </a:t>
            </a:r>
            <a:r>
              <a:rPr lang="ru-RU" dirty="0" err="1"/>
              <a:t>владимирович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497D91-7220-E2C9-0FC2-5376B539B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329" y="1873178"/>
            <a:ext cx="7093510" cy="347321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психолог, специалист по психометрическим и психотехническим исследованиям, профессор.</a:t>
            </a:r>
          </a:p>
          <a:p>
            <a:pPr algn="l"/>
            <a:r>
              <a:rPr lang="ru-RU" dirty="0"/>
              <a:t>преподавал в гимназиях Симферополя (1914–1917), Москвы (1917–1918), Алушты (1919-1920).</a:t>
            </a:r>
          </a:p>
          <a:p>
            <a:pPr algn="l"/>
            <a:r>
              <a:rPr lang="ru-RU" dirty="0"/>
              <a:t>В 1920 году основал в Крыму Алуштинскую дружину скаутов, в 1921 — </a:t>
            </a:r>
            <a:r>
              <a:rPr lang="ru-RU" dirty="0" err="1"/>
              <a:t>Огулинскую</a:t>
            </a:r>
            <a:r>
              <a:rPr lang="ru-RU" dirty="0"/>
              <a:t> дружину в Хорватии.</a:t>
            </a:r>
          </a:p>
          <a:p>
            <a:pPr algn="l"/>
            <a:r>
              <a:rPr lang="ru-RU" dirty="0"/>
              <a:t>вице-президент Всеславянского скаутского союза. </a:t>
            </a:r>
          </a:p>
          <a:p>
            <a:pPr algn="l"/>
            <a:r>
              <a:rPr lang="ru-RU" dirty="0"/>
              <a:t>Возглавлял психометрическую секцию Центрального института гигиены, психометрическую лабораторию ВВС Югославии.</a:t>
            </a:r>
          </a:p>
          <a:p>
            <a:pPr algn="l"/>
            <a:r>
              <a:rPr lang="ru-RU" dirty="0"/>
              <a:t>Преподавал в Белградском криминологическом институте.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F0C6FF03-66A7-545A-7562-31A50605899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548" y="480524"/>
            <a:ext cx="3031030" cy="486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4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F7E6-2609-EBB9-9C33-1E4783CD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0E67EB7A-C8F4-B831-3A64-11BE96D86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6963" y="2096233"/>
            <a:ext cx="4824972" cy="2967380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/>
              <a:t>В 1920 ввиду угрозы наступления коммунистов, </a:t>
            </a:r>
            <a:r>
              <a:rPr lang="ru-RU" dirty="0" err="1"/>
              <a:t>агапов</a:t>
            </a:r>
            <a:r>
              <a:rPr lang="ru-RU" dirty="0"/>
              <a:t>-таганский вместе с частями Белой армии эвакуировался из </a:t>
            </a:r>
            <a:r>
              <a:rPr lang="ru-RU" dirty="0" err="1"/>
              <a:t>крыма</a:t>
            </a:r>
            <a:r>
              <a:rPr lang="ru-RU" dirty="0"/>
              <a:t> в Югославию.</a:t>
            </a:r>
          </a:p>
          <a:p>
            <a:pPr algn="l"/>
            <a:r>
              <a:rPr lang="ru-RU" dirty="0"/>
              <a:t>После эмиграции проживал до конца жизни в </a:t>
            </a:r>
            <a:r>
              <a:rPr lang="ru-RU" dirty="0" err="1"/>
              <a:t>югославии</a:t>
            </a:r>
            <a:r>
              <a:rPr lang="ru-RU" dirty="0"/>
              <a:t>, где создал белградский психометрический институт. Также преподавал в женской гимназии.</a:t>
            </a:r>
          </a:p>
          <a:p>
            <a:pPr algn="l"/>
            <a:r>
              <a:rPr lang="ru-RU" dirty="0"/>
              <a:t>Похоронен на новом кладбище, </a:t>
            </a:r>
            <a:r>
              <a:rPr lang="ru-RU" dirty="0" err="1"/>
              <a:t>белград</a:t>
            </a:r>
            <a:r>
              <a:rPr lang="ru-RU" dirty="0"/>
              <a:t>, </a:t>
            </a:r>
            <a:r>
              <a:rPr lang="ru-RU" dirty="0" err="1"/>
              <a:t>сербия</a:t>
            </a:r>
            <a:r>
              <a:rPr lang="ru-RU" dirty="0"/>
              <a:t>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82247BB-AA1B-079F-0C68-9A5295AA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7" y="530941"/>
            <a:ext cx="4566618" cy="141584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Причина эмиграции и страна, в которой проживал 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9ECE44A8-6309-FFAE-D668-26B3538ED3C3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114" y="968463"/>
            <a:ext cx="6034087" cy="395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96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6987A-D4CB-887C-AA07-5F276C97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505" y="274795"/>
            <a:ext cx="4126860" cy="1627503"/>
          </a:xfrm>
        </p:spPr>
        <p:txBody>
          <a:bodyPr>
            <a:normAutofit/>
          </a:bodyPr>
          <a:lstStyle/>
          <a:p>
            <a:r>
              <a:rPr lang="ru-RU" b="1" dirty="0"/>
              <a:t>Ананьин Евгений Аркадьевич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CC9B29-0561-E44B-B3F9-645FA769D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67" y="1579782"/>
            <a:ext cx="6696569" cy="4014773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Профессор русской истории и литературы.</a:t>
            </a:r>
          </a:p>
          <a:p>
            <a:pPr algn="l"/>
            <a:r>
              <a:rPr lang="ru-RU" dirty="0"/>
              <a:t>Окончил четыре класса Выборгского реального училища, учился в Рижском реальном училище им Петра I, окончил 3-е Петербургское реальное училище.</a:t>
            </a:r>
          </a:p>
          <a:p>
            <a:pPr algn="l"/>
            <a:r>
              <a:rPr lang="ru-RU" dirty="0"/>
              <a:t>В 1902 году был зачислен в студенты Санкт-Петербургского Горного института </a:t>
            </a:r>
            <a:r>
              <a:rPr lang="ru-RU" dirty="0" err="1"/>
              <a:t>имп</a:t>
            </a:r>
            <a:r>
              <a:rPr lang="ru-RU" dirty="0"/>
              <a:t>. Екатерины II.</a:t>
            </a:r>
          </a:p>
          <a:p>
            <a:pPr algn="l"/>
            <a:r>
              <a:rPr lang="ru-RU" dirty="0"/>
              <a:t>В 1906–1907 годах писал для петербургских меньшевистских журналов «Молодые силы», «Отклики», «Отголоски».</a:t>
            </a:r>
          </a:p>
          <a:p>
            <a:pPr algn="l"/>
            <a:r>
              <a:rPr lang="ru-RU" dirty="0"/>
              <a:t>Преподавал русскую историю и литературу XIX века в университетском центре в Ницце, Женевском университете, Высшем коммерческом институте в Венеции.</a:t>
            </a:r>
          </a:p>
          <a:p>
            <a:pPr algn="l"/>
            <a:endParaRPr lang="ru-RU" dirty="0"/>
          </a:p>
          <a:p>
            <a:pPr algn="l"/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D7A0852-894B-1AC3-C5C2-C38CC35A3E69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636" y="597310"/>
            <a:ext cx="4546914" cy="468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51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375A9-B8A0-40DA-7447-781BE64D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39" y="336436"/>
            <a:ext cx="4126860" cy="1225637"/>
          </a:xfrm>
        </p:spPr>
        <p:txBody>
          <a:bodyPr/>
          <a:lstStyle/>
          <a:p>
            <a:r>
              <a:rPr lang="ru-RU" dirty="0"/>
              <a:t>Причины </a:t>
            </a:r>
            <a:r>
              <a:rPr lang="ru-RU" dirty="0" err="1"/>
              <a:t>эммиграции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D3473D-CE55-33FE-AE91-0A43C232F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0827" y="1832779"/>
            <a:ext cx="4833085" cy="3463148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состоял членом студенческой группы, связанной с Боевой организацией эсеров.</a:t>
            </a:r>
          </a:p>
          <a:p>
            <a:pPr algn="l"/>
            <a:r>
              <a:rPr lang="ru-RU" dirty="0"/>
              <a:t>Участвовал в создании военной организации РСДРП, вел революционную пропаганду среди матросов, издавал с В.А. Антоновым-Овсеенко нелегальную газ. «Казарма».</a:t>
            </a:r>
          </a:p>
          <a:p>
            <a:pPr algn="l"/>
            <a:r>
              <a:rPr lang="ru-RU" dirty="0"/>
              <a:t>В связи с этим, пришлось эмигрировать, потому что после такого оставаться в стране было небезопасно.</a:t>
            </a:r>
          </a:p>
          <a:p>
            <a:pPr algn="l"/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CE83688-291A-4B78-A477-3C08CF11605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913" y="1248697"/>
            <a:ext cx="5682546" cy="362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99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31676-5034-5400-575D-08301A88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43" y="539518"/>
            <a:ext cx="4126860" cy="1225637"/>
          </a:xfrm>
        </p:spPr>
        <p:txBody>
          <a:bodyPr/>
          <a:lstStyle/>
          <a:p>
            <a:r>
              <a:rPr lang="ru-RU" dirty="0"/>
              <a:t>В каких странах проживал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4FBA4C-EAD1-710F-6EDC-EFE161197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35" y="1951968"/>
            <a:ext cx="4851752" cy="361309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После окончательной эмиграции до конца жизни проживал в </a:t>
            </a:r>
            <a:r>
              <a:rPr lang="ru-RU" dirty="0" err="1"/>
              <a:t>италии</a:t>
            </a:r>
            <a:r>
              <a:rPr lang="ru-RU" dirty="0"/>
              <a:t>. </a:t>
            </a:r>
          </a:p>
          <a:p>
            <a:pPr algn="l"/>
            <a:r>
              <a:rPr lang="ru-RU" dirty="0"/>
              <a:t>Вместе с Г. Лонго составил «Антологию русской литературы от Чехова до 1930 года» на итальянском языке.</a:t>
            </a:r>
          </a:p>
          <a:p>
            <a:pPr algn="l"/>
            <a:r>
              <a:rPr lang="ru-RU" dirty="0"/>
              <a:t>Внес значительный вклад в знакомство итальянских читателей с историей России и русской литературы.</a:t>
            </a:r>
          </a:p>
          <a:p>
            <a:pPr algn="l"/>
            <a:r>
              <a:rPr lang="ru-RU" dirty="0"/>
              <a:t>После 1945 года — корреспондент парижской газеты «Русская мысль» в Италии.</a:t>
            </a:r>
          </a:p>
          <a:p>
            <a:pPr algn="l"/>
            <a:r>
              <a:rPr lang="ru-RU" dirty="0"/>
              <a:t>Похоронен в </a:t>
            </a:r>
            <a:r>
              <a:rPr lang="ru-RU" dirty="0" err="1"/>
              <a:t>маргере</a:t>
            </a:r>
            <a:r>
              <a:rPr lang="ru-RU" dirty="0"/>
              <a:t>, </a:t>
            </a:r>
            <a:r>
              <a:rPr lang="ru-RU" dirty="0" err="1"/>
              <a:t>италия</a:t>
            </a:r>
            <a:r>
              <a:rPr lang="ru-RU" dirty="0"/>
              <a:t>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D71A191-47CF-0B46-2730-F8162402669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41" y="1071716"/>
            <a:ext cx="5790962" cy="373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57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7B252-EC24-3EEB-A9DA-1C0A8162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505" y="117989"/>
            <a:ext cx="4126860" cy="168131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Агафонов Валериан Константинович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58FC6D-2EC8-2B0D-DEB0-2ACCD4590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8994" y="1514169"/>
            <a:ext cx="5950632" cy="386041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русский геолог, писатель и почвовед, участник революционного движения</a:t>
            </a:r>
          </a:p>
          <a:p>
            <a:pPr algn="l"/>
            <a:r>
              <a:rPr lang="ru-RU" dirty="0"/>
              <a:t>В 1889 году окончил университет с отличием, был оставлен на кафедре для подготовки к профессорскому званию.</a:t>
            </a:r>
          </a:p>
          <a:p>
            <a:pPr algn="l"/>
            <a:r>
              <a:rPr lang="ru-RU" dirty="0"/>
              <a:t>занимался минералогией и почвоведением под руководством В.В. Докучаева, Друг В.И. Вернадского.</a:t>
            </a:r>
          </a:p>
          <a:p>
            <a:pPr algn="l"/>
            <a:r>
              <a:rPr lang="ru-RU" dirty="0"/>
              <a:t>В 1903 подготовил магистерскую диссертацию «К вопросу о поглощении света кристаллами и о плеохроизме в ультрафиолетовой части спектра»</a:t>
            </a:r>
          </a:p>
          <a:p>
            <a:pPr algn="l"/>
            <a:r>
              <a:rPr lang="ru-RU" dirty="0"/>
              <a:t>Член Французского геологического и минералогического обществ, а также Международной ассоциации науки о почвах.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10FDD7-541F-DF6B-AFA3-C75FA9BEC215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106" y="685110"/>
            <a:ext cx="4226389" cy="468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53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ADA30-2A02-8C79-026A-50F67884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09" y="265469"/>
            <a:ext cx="4126860" cy="1135891"/>
          </a:xfrm>
        </p:spPr>
        <p:txBody>
          <a:bodyPr/>
          <a:lstStyle/>
          <a:p>
            <a:r>
              <a:rPr lang="ru-RU" dirty="0"/>
              <a:t>Причины эмиграции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7664A9-8B7B-4658-42AF-370848993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5925" y="1597113"/>
            <a:ext cx="5527056" cy="398761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В январе 1905 г. в знак протеста против «кровавого воскресенья» подал заявление об увольнении и публично вышел в отставку. С этого времени занялся активной революционной деятельностью</a:t>
            </a:r>
          </a:p>
          <a:p>
            <a:pPr algn="l"/>
            <a:r>
              <a:rPr lang="ru-RU" dirty="0"/>
              <a:t>эмигрировал из России в 1906 году из-за преследования полиции, так как входил в партию социалистов-революционеров и редактировал ряд запрещённых цензурой газет и журналов.</a:t>
            </a:r>
          </a:p>
          <a:p>
            <a:pPr algn="l"/>
            <a:r>
              <a:rPr lang="ru-RU" dirty="0"/>
              <a:t>В 1920 г. находился на территории Белого движения. Эмигрировал в </a:t>
            </a:r>
            <a:r>
              <a:rPr lang="ru-RU" dirty="0" err="1"/>
              <a:t>париж</a:t>
            </a:r>
            <a:r>
              <a:rPr lang="ru-RU" dirty="0"/>
              <a:t>.</a:t>
            </a:r>
          </a:p>
          <a:p>
            <a:pPr algn="l"/>
            <a:endParaRPr lang="ru-RU" dirty="0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B22C22FB-FBBE-3999-7B8D-4B4FA83013B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683" y="463912"/>
            <a:ext cx="3609337" cy="477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047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D433E-D9A0-B89F-83D3-833EB628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44" y="362273"/>
            <a:ext cx="4126860" cy="1225637"/>
          </a:xfrm>
        </p:spPr>
        <p:txBody>
          <a:bodyPr/>
          <a:lstStyle/>
          <a:p>
            <a:r>
              <a:rPr lang="ru-RU" dirty="0"/>
              <a:t>В каких странах проживал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479FB7-4CDD-2F2A-056E-EF1D9A682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769178"/>
            <a:ext cx="4752549" cy="3599235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После эмиграции до конца жизни проживал во франции.</a:t>
            </a:r>
          </a:p>
          <a:p>
            <a:pPr algn="l"/>
            <a:r>
              <a:rPr lang="ru-RU" dirty="0"/>
              <a:t>член Совета директоров и правления Русского народного университета в Париже.</a:t>
            </a:r>
          </a:p>
          <a:p>
            <a:pPr algn="l"/>
            <a:r>
              <a:rPr lang="ru-RU" dirty="0"/>
              <a:t>Создал научную школу почвоведения.</a:t>
            </a:r>
          </a:p>
          <a:p>
            <a:pPr algn="l"/>
            <a:r>
              <a:rPr lang="ru-RU" dirty="0"/>
              <a:t>В 1935 г. возглавил Комиссию Сорбонны по составлению почвенной карты Африки.</a:t>
            </a:r>
          </a:p>
          <a:p>
            <a:pPr algn="l"/>
            <a:r>
              <a:rPr lang="ru-RU" dirty="0"/>
              <a:t>Создал в Ницце Общество помощи русским.</a:t>
            </a:r>
          </a:p>
          <a:p>
            <a:pPr algn="l"/>
            <a:r>
              <a:rPr lang="ru-RU" dirty="0"/>
              <a:t>Похоронен в </a:t>
            </a:r>
            <a:r>
              <a:rPr lang="ru-RU" dirty="0" err="1"/>
              <a:t>ницце</a:t>
            </a:r>
            <a:r>
              <a:rPr lang="ru-RU" dirty="0"/>
              <a:t>, франция.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9B03893-FA04-5BB6-6B82-205A473636E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70" y="1298618"/>
            <a:ext cx="6034087" cy="33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082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143</TotalTime>
  <Words>740</Words>
  <Application>Microsoft Office PowerPoint</Application>
  <PresentationFormat>Широкоэкранный</PresentationFormat>
  <Paragraphs>63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Impact</vt:lpstr>
      <vt:lpstr>Times New Roman</vt:lpstr>
      <vt:lpstr>Главное мероприятие</vt:lpstr>
      <vt:lpstr>Русские эмигранты 1917-1941г.г.</vt:lpstr>
      <vt:lpstr>Абрамов Фёдор Фёдорович</vt:lpstr>
      <vt:lpstr>Причины эмиграции</vt:lpstr>
      <vt:lpstr>В каких странах проживал</vt:lpstr>
      <vt:lpstr>Агапов-таганский максим владимирович</vt:lpstr>
      <vt:lpstr>Причина эмиграции и страна, в которой проживал </vt:lpstr>
      <vt:lpstr>Ананьин Евгений Аркадьевич </vt:lpstr>
      <vt:lpstr>Причины эммиграции</vt:lpstr>
      <vt:lpstr>В каких странах проживал</vt:lpstr>
      <vt:lpstr>Агафонов Валериан Константинович </vt:lpstr>
      <vt:lpstr>Причины эмиграции</vt:lpstr>
      <vt:lpstr>В каких странах проживал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 Шалабодов</dc:creator>
  <cp:lastModifiedBy>Ярослав Шалабодов</cp:lastModifiedBy>
  <cp:revision>2</cp:revision>
  <dcterms:created xsi:type="dcterms:W3CDTF">2025-11-17T09:20:23Z</dcterms:created>
  <dcterms:modified xsi:type="dcterms:W3CDTF">2025-11-17T13:34:09Z</dcterms:modified>
</cp:coreProperties>
</file>